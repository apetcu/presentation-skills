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Benefits, Challenges, and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Analysis of a Scalable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Architecture Based on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Micro-Frontends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Petcu, Madalin Frunzete, Dan Alexandru Stoichescu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"Politehnica" of Bucharest, Romania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U.P.B. Sci. Bull., Series C, Vol. 85, Iss. 3, 2023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247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481328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087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481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Overview: Monolith vs. Microservices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1865376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928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18653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Micro-Frontends: Concept and Motivation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224942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27685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22494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Types and Splitting Strategies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263347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6609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26334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Micro-Frontend Architecture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18"/>
          <p:cNvSpPr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04495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3017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Micro-Frontend Architecture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40080" y="3401568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1"/>
          <p:cNvSpPr/>
          <p:nvPr/>
        </p:nvSpPr>
        <p:spPr>
          <a:xfrm>
            <a:off x="64008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429000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3401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and Implementation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40080" y="3785616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24"/>
          <p:cNvSpPr/>
          <p:nvPr/>
        </p:nvSpPr>
        <p:spPr>
          <a:xfrm>
            <a:off x="64008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3813048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417320" y="37856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Comparison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640080" y="41696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27"/>
          <p:cNvSpPr/>
          <p:nvPr/>
        </p:nvSpPr>
        <p:spPr>
          <a:xfrm>
            <a:off x="64008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4197096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17320" y="41696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7635240" cy="6400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 have evolved to support parallel development across multiple layers and teams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87452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8745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monolithic to microservice-based architectures has transformed backend development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65176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651760"/>
            <a:ext cx="7635240" cy="6400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applications lack a simple, scalable implementation pattern comparable to backend microservices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4290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42900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429000"/>
            <a:ext cx="7635240" cy="6400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Micro-frontends extend the microservice philosophy to the UI layer, enabling independent development and scalable codebases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251960"/>
            <a:ext cx="7635240" cy="50292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benefits, challenges, and performance of a scalable architecture based on micro-frontends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Single-tiered application; all components bundled as one unit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redeployment for minor changes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build times, difficult maintenance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fault isolation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246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autonomous services by sub-domain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developed, deployed, and scaled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delivery, improved fault isolation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freedom per service</a:t>
            </a:r>
            <a:endParaRPr lang="en-US" sz="1100" dirty="0"/>
          </a:p>
        </p:txBody>
      </p:sp>
      <p:pic>
        <p:nvPicPr>
          <p:cNvPr id="13" name="Image 1" descr="/Users/adrian/Projects/Personal/presentation-skills/images/fig1_monolith_vs_mic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023360" cy="2606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3840480"/>
            <a:ext cx="4023360" cy="5029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044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3840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Monoliths scale vertically; microservices scale horizontally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66344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Monolith vs Microservice Architecture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Micro-Frontends: Concept and Motivation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06424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backend migrates to microservices, front-end monoliths grow larger and harder to maintain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55064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Micro-frontends apply the microservice paradigm to the UI layer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03704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split into independent units by functionality or domain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5234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owned end-to-end by a cross-functional team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0098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 via well-defined contracts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1440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technology agnosticism across teams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5029200" y="10058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7" descr="/Users/adrian/Projects/Personal/presentation-skills/images/fig2_cross_functional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66360" y="1097280"/>
            <a:ext cx="3474720" cy="29260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2920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Cross-functional teams with micro-frontends</a:t>
            </a:r>
            <a:endParaRPr lang="en-US" sz="900" dirty="0"/>
          </a:p>
        </p:txBody>
      </p:sp>
      <p:sp>
        <p:nvSpPr>
          <p:cNvPr id="20" name="Text 10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Types and Splitting Strategies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Split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325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micro-frontends on the same page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responsible for a screen section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inter-team coordination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Split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micro-frontend represents an entire page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team boundaries and ownership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4114800" cy="100584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route maps to a different micro-frontend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Micro-frontends embedded via frames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Components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Framework-agnostic browser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Federation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loading of code and shared resources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/Users/adrian/Projects/Personal/presentation-skills/images/fig3_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097280"/>
            <a:ext cx="3657600" cy="33832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Horizontal splitting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Micro-Frontend Architecture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1600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migration from monolith; isolated experiments on parts of the application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515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37760" y="1234440"/>
            <a:ext cx="502920" cy="50292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Codebases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577840" y="1600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focused repositories reduce complexity and code duplication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5603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micro-frontend released independently; failures impact only one UI area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54880" y="25603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37760" y="2743200"/>
            <a:ext cx="502920" cy="50292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346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78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Teams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57784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 own code quality, business logic, framework, and styling</a:t>
            </a:r>
            <a:endParaRPr lang="en-US" sz="1100" dirty="0"/>
          </a:p>
        </p:txBody>
      </p:sp>
      <p:pic>
        <p:nvPicPr>
          <p:cNvPr id="25" name="Image 5" descr="/Users/adrian/Projects/Personal/presentation-skills/images/fig5_deployment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14400" y="4069080"/>
            <a:ext cx="5029200" cy="7315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4360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Independent deployments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of Micro-Frontend Architecture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005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Inter-unit Communication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framework for coordinating events between separate sections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3352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1627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application modifications must not break existing micro-frontends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95144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2494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Contracts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inputs and outputs for inter-unit communication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169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2871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Communication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Publisher/Subscriber pattern for multi-component coordination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387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 Control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core instantiated only as needed, not duplicated per unit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6052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6868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Styling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styling library for visual consistency across all units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5029200" y="10058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7" descr="/Users/adrian/Projects/Personal/presentation-skills/images/fig6_team_ownership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66360" y="1143000"/>
            <a:ext cx="3474720" cy="28346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2920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Team ownership</a:t>
            </a:r>
            <a:endParaRPr lang="en-US" sz="900" dirty="0"/>
          </a:p>
        </p:txBody>
      </p:sp>
      <p:sp>
        <p:nvSpPr>
          <p:cNvPr id="20" name="Text 10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Performance Comparison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57200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Fed.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3246120"/>
            <a:ext cx="1051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-55%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0292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paint time vs. Iframe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1600200" y="3246120"/>
            <a:ext cx="1051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60020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-60%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64592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 vs. Iframe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0" y="3246120"/>
            <a:ext cx="1051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74320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-42%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78892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 vs. Monolith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886200" y="3246120"/>
            <a:ext cx="1051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8620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-23%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93192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vs. Iframe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Federation expected to outperform monolith for larger applications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303520" y="1005840"/>
            <a:ext cx="3474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Users/adrian/Projects/Personal/presentation-skills/images/fig10_rad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40680" y="1097280"/>
            <a:ext cx="3200400" cy="33832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10. Relative comparison between solutions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520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33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adrian.petcu@stud.etti.upb.ro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Petcu, A., Frunzete, M., &amp; Stoichescu, D. A. (2023).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U.P.B. Sci. Bull., Series C, 85(3), 319–334.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Benefits, Challenges, and Performance Analysis of a Scalable Web Architecture Based on Micro-Frontends</dc:title>
  <dc:subject>PptxGenJS Presentation</dc:subject>
  <dc:creator>Adrian Petcu, Madalin Frunzete, Dan Alexandru Stoichescu</dc:creator>
  <cp:lastModifiedBy>Adrian Petcu, Madalin Frunzete, Dan Alexandru Stoichescu</cp:lastModifiedBy>
  <cp:revision>1</cp:revision>
  <dcterms:created xsi:type="dcterms:W3CDTF">2026-02-14T13:33:43Z</dcterms:created>
  <dcterms:modified xsi:type="dcterms:W3CDTF">2026-02-14T13:33:43Z</dcterms:modified>
</cp:coreProperties>
</file>